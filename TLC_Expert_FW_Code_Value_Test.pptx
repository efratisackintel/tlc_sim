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9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1" d="100"/>
          <a:sy n="91" d="100"/>
        </p:scale>
        <p:origin x="764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Isack, Efrat" userId="6dd99bbb-14c3-46bb-a808-0a50eb950c68" providerId="ADAL" clId="{06EB9489-FE52-43BB-B4B9-81A39F8921C7}"/>
    <pc:docChg chg="undo custSel addSld delSld modSld">
      <pc:chgData name="Isack, Efrat" userId="6dd99bbb-14c3-46bb-a808-0a50eb950c68" providerId="ADAL" clId="{06EB9489-FE52-43BB-B4B9-81A39F8921C7}" dt="2026-09-24T07:46:07.701" v="144" actId="14734"/>
      <pc:docMkLst>
        <pc:docMk/>
      </pc:docMkLst>
      <pc:sldChg chg="addSp delSp modSp new mod">
        <pc:chgData name="Isack, Efrat" userId="6dd99bbb-14c3-46bb-a808-0a50eb950c68" providerId="ADAL" clId="{06EB9489-FE52-43BB-B4B9-81A39F8921C7}" dt="2026-09-24T07:46:07.701" v="144" actId="14734"/>
        <pc:sldMkLst>
          <pc:docMk/>
          <pc:sldMk cId="2169336706" sldId="259"/>
        </pc:sldMkLst>
        <pc:spChg chg="add mod">
          <ac:chgData name="Isack, Efrat" userId="6dd99bbb-14c3-46bb-a808-0a50eb950c68" providerId="ADAL" clId="{06EB9489-FE52-43BB-B4B9-81A39F8921C7}" dt="2026-09-22T12:00:37.451" v="10"/>
          <ac:spMkLst>
            <pc:docMk/>
            <pc:sldMk cId="2169336706" sldId="259"/>
            <ac:spMk id="5" creationId="{7BB2E83C-6968-64F6-CA21-547B27CCDF02}"/>
          </ac:spMkLst>
        </pc:spChg>
        <pc:spChg chg="add mod">
          <ac:chgData name="Isack, Efrat" userId="6dd99bbb-14c3-46bb-a808-0a50eb950c68" providerId="ADAL" clId="{06EB9489-FE52-43BB-B4B9-81A39F8921C7}" dt="2026-09-22T12:03:10.911" v="23" actId="1076"/>
          <ac:spMkLst>
            <pc:docMk/>
            <pc:sldMk cId="2169336706" sldId="259"/>
            <ac:spMk id="11" creationId="{70FE30C2-6D7B-DFB6-58C7-D0D6657A01E2}"/>
          </ac:spMkLst>
        </pc:spChg>
        <pc:spChg chg="add mod">
          <ac:chgData name="Isack, Efrat" userId="6dd99bbb-14c3-46bb-a808-0a50eb950c68" providerId="ADAL" clId="{06EB9489-FE52-43BB-B4B9-81A39F8921C7}" dt="2026-09-22T12:03:10.911" v="23" actId="1076"/>
          <ac:spMkLst>
            <pc:docMk/>
            <pc:sldMk cId="2169336706" sldId="259"/>
            <ac:spMk id="13" creationId="{CC90CD11-8889-75A4-7FC7-598F9E697545}"/>
          </ac:spMkLst>
        </pc:spChg>
        <pc:spChg chg="add mod">
          <ac:chgData name="Isack, Efrat" userId="6dd99bbb-14c3-46bb-a808-0a50eb950c68" providerId="ADAL" clId="{06EB9489-FE52-43BB-B4B9-81A39F8921C7}" dt="2026-09-22T12:03:10.911" v="23" actId="1076"/>
          <ac:spMkLst>
            <pc:docMk/>
            <pc:sldMk cId="2169336706" sldId="259"/>
            <ac:spMk id="15" creationId="{09F6D26C-B488-D502-D072-4FFAAD02B649}"/>
          </ac:spMkLst>
        </pc:spChg>
        <pc:graphicFrameChg chg="add mod modGraphic">
          <ac:chgData name="Isack, Efrat" userId="6dd99bbb-14c3-46bb-a808-0a50eb950c68" providerId="ADAL" clId="{06EB9489-FE52-43BB-B4B9-81A39F8921C7}" dt="2026-09-24T07:46:07.701" v="144" actId="14734"/>
          <ac:graphicFrameMkLst>
            <pc:docMk/>
            <pc:sldMk cId="2169336706" sldId="259"/>
            <ac:graphicFrameMk id="16" creationId="{7C3A956D-F1E8-42BE-B40B-2794CB507800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BB2E83C-6968-64F6-CA21-547B27CCDF02}"/>
              </a:ext>
            </a:extLst>
          </p:cNvPr>
          <p:cNvSpPr txBox="1"/>
          <p:nvPr/>
        </p:nvSpPr>
        <p:spPr>
          <a:xfrm>
            <a:off x="1333209" y="-493406"/>
            <a:ext cx="10442309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LID4096" dirty="0"/>
          </a:p>
        </p:txBody>
      </p:sp>
      <p:sp>
        <p:nvSpPr>
          <p:cNvPr id="11" name="Rounded Rectangle 5">
            <a:extLst>
              <a:ext uri="{FF2B5EF4-FFF2-40B4-BE49-F238E27FC236}">
                <a16:creationId xmlns:a16="http://schemas.microsoft.com/office/drawing/2014/main" id="{70FE30C2-6D7B-DFB6-58C7-D0D6657A01E2}"/>
              </a:ext>
            </a:extLst>
          </p:cNvPr>
          <p:cNvSpPr/>
          <p:nvPr/>
        </p:nvSpPr>
        <p:spPr>
          <a:xfrm>
            <a:off x="502920" y="557784"/>
            <a:ext cx="11201400" cy="1170432"/>
          </a:xfrm>
          <a:prstGeom prst="roundRect">
            <a:avLst/>
          </a:prstGeom>
          <a:solidFill>
            <a:srgbClr val="E8F3FC"/>
          </a:solidFill>
          <a:ln w="12700">
            <a:solidFill>
              <a:srgbClr val="0071C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C90CD11-8889-75A4-7FC7-598F9E697545}"/>
              </a:ext>
            </a:extLst>
          </p:cNvPr>
          <p:cNvSpPr txBox="1"/>
          <p:nvPr/>
        </p:nvSpPr>
        <p:spPr>
          <a:xfrm>
            <a:off x="731520" y="713232"/>
            <a:ext cx="1069848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071C5"/>
                </a:solidFill>
                <a:latin typeface="Aptos"/>
              </a:rPr>
              <a:t>Exact benchmark prompt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9F6D26C-B488-D502-D072-4FFAAD02B649}"/>
              </a:ext>
            </a:extLst>
          </p:cNvPr>
          <p:cNvSpPr txBox="1"/>
          <p:nvPr/>
        </p:nvSpPr>
        <p:spPr>
          <a:xfrm>
            <a:off x="731520" y="996696"/>
            <a:ext cx="10652760" cy="584775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lang="en-US" sz="1600" dirty="0"/>
              <a:t>For actual FW code: in TLC do you recommend adding power-reduction iteration as a column for high-MCS cases? Give final answer with pros and cons, then suggest a solution. please mention the sources you used</a:t>
            </a:r>
            <a:endParaRPr lang="LID4096" sz="1600" dirty="0"/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7C3A956D-F1E8-42BE-B40B-2794CB5078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049633"/>
              </p:ext>
            </p:extLst>
          </p:nvPr>
        </p:nvGraphicFramePr>
        <p:xfrm>
          <a:off x="1264182" y="2213864"/>
          <a:ext cx="10120098" cy="35377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73366">
                  <a:extLst>
                    <a:ext uri="{9D8B030D-6E8A-4147-A177-3AD203B41FA5}">
                      <a16:colId xmlns:a16="http://schemas.microsoft.com/office/drawing/2014/main" val="2858558902"/>
                    </a:ext>
                  </a:extLst>
                </a:gridCol>
                <a:gridCol w="3075521">
                  <a:extLst>
                    <a:ext uri="{9D8B030D-6E8A-4147-A177-3AD203B41FA5}">
                      <a16:colId xmlns:a16="http://schemas.microsoft.com/office/drawing/2014/main" val="3372045791"/>
                    </a:ext>
                  </a:extLst>
                </a:gridCol>
                <a:gridCol w="3671211">
                  <a:extLst>
                    <a:ext uri="{9D8B030D-6E8A-4147-A177-3AD203B41FA5}">
                      <a16:colId xmlns:a16="http://schemas.microsoft.com/office/drawing/2014/main" val="3797376974"/>
                    </a:ext>
                  </a:extLst>
                </a:gridCol>
              </a:tblGrid>
              <a:tr h="617842"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TLC agent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LLM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39585147"/>
                  </a:ext>
                </a:extLst>
              </a:tr>
              <a:tr h="617842">
                <a:tc>
                  <a:txBody>
                    <a:bodyPr/>
                    <a:lstStyle/>
                    <a:p>
                      <a:r>
                        <a:rPr lang="en-US" dirty="0"/>
                        <a:t>time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1m 15s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2m 14s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2158244"/>
                  </a:ext>
                </a:extLst>
              </a:tr>
              <a:tr h="1066412">
                <a:tc>
                  <a:txBody>
                    <a:bodyPr/>
                    <a:lstStyle/>
                    <a:p>
                      <a:r>
                        <a:rPr lang="en-US" dirty="0"/>
                        <a:t>Self grade</a:t>
                      </a:r>
                    </a:p>
                    <a:p>
                      <a:r>
                        <a:rPr lang="en-US" dirty="0"/>
                        <a:t>Grade opponent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8.5/10</a:t>
                      </a:r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6.5/10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8.5/10</a:t>
                      </a:r>
                      <a:endParaRPr lang="LID4096" dirty="0"/>
                    </a:p>
                    <a:p>
                      <a:pPr marL="0" marR="0" lvl="0" indent="0" algn="l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" sz="18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7.5/10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82930149"/>
                  </a:ext>
                </a:extLst>
              </a:tr>
              <a:tr h="617842">
                <a:tc>
                  <a:txBody>
                    <a:bodyPr/>
                    <a:lstStyle/>
                    <a:p>
                      <a:r>
                        <a:rPr lang="en-US" dirty="0"/>
                        <a:t>My grade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</a:t>
                      </a:r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similar</a:t>
                      </a:r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616045"/>
                  </a:ext>
                </a:extLst>
              </a:tr>
              <a:tr h="617842"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LID4096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30583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6933670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Metadata/LabelInfo.xml><?xml version="1.0" encoding="utf-8"?>
<clbl:labelList xmlns:clbl="http://schemas.microsoft.com/office/2020/mipLabelMetadata">
  <clbl:label id="{46c98d88-e344-4ed4-8496-4ed7712e255d}" enabled="0" method="" siteId="{46c98d88-e344-4ed4-8496-4ed7712e255d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1544</TotalTime>
  <Words>62</Words>
  <Application>Microsoft Office PowerPoint</Application>
  <PresentationFormat>Widescreen</PresentationFormat>
  <Paragraphs>17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Arial</vt:lpstr>
      <vt:lpstr>Calibri</vt:lpstr>
      <vt:lpstr>Office Theme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Isack, Efrat</cp:lastModifiedBy>
  <cp:revision>1</cp:revision>
  <dcterms:created xsi:type="dcterms:W3CDTF">2013-01-27T09:14:16Z</dcterms:created>
  <dcterms:modified xsi:type="dcterms:W3CDTF">2026-09-24T07:46:16Z</dcterms:modified>
  <cp:category/>
</cp:coreProperties>
</file>